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87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RLS-Enabled Regional Sales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Profit Analytics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4C7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Project-Based Assignment | ExcellenC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C7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 Pranay Yannaru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Background &amp;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3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Acting as BI Analyst for a retail organization selling technology and office supplies across India, this project builds a secure, interactive Power BI dashboard to monitor sales, profit, customer behavior, and shipping performance — with region-wise manager access controlled via Row-Level Security.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3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Power BI Sales &amp; Profit dashboard across 4 pages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Security (RLS) so each Regional Manager views only their region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Drill-down, drill-through, custom tooltips &amp; bookmark navigation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across Category, Region, Customer &amp; Product levels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business recommendations from visual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Overview</a:t>
            </a:r>
            <a:endParaRPr lang="en-US" sz="2400" dirty="0"/>
          </a:p>
        </p:txBody>
      </p:sp>
      <p:pic>
        <p:nvPicPr>
          <p:cNvPr id="3" name="Image 0" descr="page-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7863840" cy="5394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914400"/>
            <a:ext cx="3200400" cy="5394960"/>
          </a:xfrm>
          <a:prstGeom prst="roundRect">
            <a:avLst>
              <a:gd name="adj" fmla="val 2286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7782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508760"/>
            <a:ext cx="27889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leads all categories at 55M in sales, ahead of Office Supplies (43M) and Furniture (24M)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North, Delhi-NCR and nearby northern states drive the largest share of revenue on the map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sales show a choppy pattern with dips in April and July, then strong recovery peaking at 13.4M in December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book: 1.05bn in sales, 121.80M profit (11.61% margin) across 51K orders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Insights</a:t>
            </a:r>
            <a:endParaRPr lang="en-US" sz="2400" dirty="0"/>
          </a:p>
        </p:txBody>
      </p:sp>
      <p:pic>
        <p:nvPicPr>
          <p:cNvPr id="3" name="Image 0" descr="page-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7863840" cy="5394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914400"/>
            <a:ext cx="3200400" cy="5394960"/>
          </a:xfrm>
          <a:prstGeom prst="roundRect">
            <a:avLst>
              <a:gd name="adj" fmla="val 2286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7782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508760"/>
            <a:ext cx="27889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segment drives 51.5% of sales (540M), more than Corporate (30%) and Home Office (18%) combined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Nikhil Sharma is the top customer by sales, though his orders are currently loss-making overall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region leads customer sales across all three segments; Central lags furthest behind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Drill-through enabled: right-click any customer to open a full Customer Profile page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Discount Impact</a:t>
            </a:r>
            <a:endParaRPr lang="en-US" sz="2400" dirty="0"/>
          </a:p>
        </p:txBody>
      </p:sp>
      <p:pic>
        <p:nvPicPr>
          <p:cNvPr id="3" name="Image 0" descr="page-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7863840" cy="5394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914400"/>
            <a:ext cx="3200400" cy="5394960"/>
          </a:xfrm>
          <a:prstGeom prst="roundRect">
            <a:avLst>
              <a:gd name="adj" fmla="val 2286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7782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61400" y="1463040"/>
            <a:ext cx="27889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discounts don't clearly predict losses — both loss and profit bands span the full 0-20% discount range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 - India is the one high-volume product operating at a loss (-8.46% margin) despite 62.8M in sales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 shipping modes average ~17.5 delivery days — "Same Day" is not meaningfully faster than Standard Class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Zebronics Keyboard and Realme Narzo post the strongest profit percentages among top sellers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cs typeface="Segoe UI" pitchFamily="34" charset="-120"/>
              </a:rPr>
              <a:t>Average delivery days are nearly identical (~17–18 days) across all four ship modes, including Same Day — the Ship Mode field likely doesn't reflect real shipping speed in this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 &amp; Manager View</a:t>
            </a:r>
            <a:endParaRPr lang="en-US" sz="2400" dirty="0"/>
          </a:p>
        </p:txBody>
      </p:sp>
      <p:pic>
        <p:nvPicPr>
          <p:cNvPr id="3" name="Image 0" descr="page-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7863840" cy="5394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914400"/>
            <a:ext cx="3200400" cy="5394960"/>
          </a:xfrm>
          <a:prstGeom prst="roundRect">
            <a:avLst>
              <a:gd name="adj" fmla="val 2286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7782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508760"/>
            <a:ext cx="27889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region leads in both sales (332M) and profit (37M), managed by Aniket Sharma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region is the weakest performer (96M sales, 12M profit), managed by Nithin Chaturvedi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East and South are closely matched in both sales and profit, suggesting stable mid-tier performance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buttons (bookmarks) let users jump instantly between all 4 report pages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Features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Phase 4 capabilities implemented across the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423160"/>
          </a:xfrm>
          <a:prstGeom prst="roundRect">
            <a:avLst>
              <a:gd name="adj" fmla="val 2264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4813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Bookmarks &amp; Navigation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4983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styled buttons let users jump instantly between Sales Overview, Customer Insights, Product &amp; Discount Impact, and Region &amp; Manager View from any page.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2423160"/>
          </a:xfrm>
          <a:prstGeom prst="roundRect">
            <a:avLst>
              <a:gd name="adj" fmla="val 2264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46520" y="14813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Drill-Through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828800"/>
            <a:ext cx="4983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drill-through pages: right-clicking any customer name opens a Customer Profile page (KPIs + full order history), and right-clicking any region opens a Region Detail page (KPIs filtered to that region alone).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49240" cy="2423160"/>
          </a:xfrm>
          <a:prstGeom prst="roundRect">
            <a:avLst>
              <a:gd name="adj" fmla="val 2264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408736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Tooltip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34840"/>
            <a:ext cx="4983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Hovering over any product in the ranking table or scatter plot reveals a rich tooltip card with Product, Sales, Profit, and Profit 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49240" cy="2423160"/>
          </a:xfrm>
          <a:prstGeom prst="roundRect">
            <a:avLst>
              <a:gd name="adj" fmla="val 2264"/>
            </a:avLst>
          </a:prstGeom>
          <a:solidFill>
            <a:srgbClr val="F2F5FA"/>
          </a:solidFill>
          <a:ln w="12700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46520" y="408736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RLS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434840"/>
            <a:ext cx="4983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security roles (one per Regional Manager) restrict each manager's view to their own region only, verified via "View as Roles."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Business 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discounting policy for underperforming SKUs like Tables - India, since discount level alone does not explain its losses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delivery operations — all shipping tiers average ~17.5 days, so "Same Day" shipping is not delivering its promised speed advantage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 a regional turnaround plan for Central, the lowest-performing region on both sales and profit, in partnership with Nithin Chaturvedi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and replicate North's success factors (top region under Aniket Sharma) across East, South, and West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Deepen engagement with the Consumer segment (51% of sales) while growing Home Office, currently the smallest contributor at 18%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C7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 Power BI report (.pbix)  |  Client-style PPT deck  |  Final insight summary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C7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716</Words>
  <Application>Microsoft Office PowerPoint</Application>
  <PresentationFormat>Widescreen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venkatapranay@outlook.com</cp:lastModifiedBy>
  <cp:revision>2</cp:revision>
  <dcterms:created xsi:type="dcterms:W3CDTF">2026-09-03T08:46:56Z</dcterms:created>
  <dcterms:modified xsi:type="dcterms:W3CDTF">2026-09-07T08:00:00Z</dcterms:modified>
</cp:coreProperties>
</file>